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615F60-D21D-7E4A-8207-D9102886344C}" v="5" dt="2026-05-25T06:02:29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92"/>
  </p:normalViewPr>
  <p:slideViewPr>
    <p:cSldViewPr snapToGrid="0">
      <p:cViewPr varScale="1">
        <p:scale>
          <a:sx n="114" d="100"/>
          <a:sy n="114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, Hongrui" userId="08bcad00-300c-4922-94f4-b780c0ab1a9c" providerId="ADAL" clId="{0BB13EE7-E97C-5A3B-82DB-0F17E35A644C}"/>
    <pc:docChg chg="undo custSel modSld">
      <pc:chgData name="Yan, Hongrui" userId="08bcad00-300c-4922-94f4-b780c0ab1a9c" providerId="ADAL" clId="{0BB13EE7-E97C-5A3B-82DB-0F17E35A644C}" dt="2026-05-25T06:02:44.205" v="34" actId="14100"/>
      <pc:docMkLst>
        <pc:docMk/>
      </pc:docMkLst>
      <pc:sldChg chg="addSp modSp mod">
        <pc:chgData name="Yan, Hongrui" userId="08bcad00-300c-4922-94f4-b780c0ab1a9c" providerId="ADAL" clId="{0BB13EE7-E97C-5A3B-82DB-0F17E35A644C}" dt="2026-05-25T06:02:44.205" v="34" actId="14100"/>
        <pc:sldMkLst>
          <pc:docMk/>
          <pc:sldMk cId="1876512308" sldId="257"/>
        </pc:sldMkLst>
        <pc:spChg chg="mod">
          <ac:chgData name="Yan, Hongrui" userId="08bcad00-300c-4922-94f4-b780c0ab1a9c" providerId="ADAL" clId="{0BB13EE7-E97C-5A3B-82DB-0F17E35A644C}" dt="2026-05-25T06:02:34.985" v="22" actId="1076"/>
          <ac:spMkLst>
            <pc:docMk/>
            <pc:sldMk cId="1876512308" sldId="257"/>
            <ac:spMk id="6" creationId="{7364BA30-8978-54BE-43C4-FBB8E149F450}"/>
          </ac:spMkLst>
        </pc:spChg>
        <pc:spChg chg="add mod">
          <ac:chgData name="Yan, Hongrui" userId="08bcad00-300c-4922-94f4-b780c0ab1a9c" providerId="ADAL" clId="{0BB13EE7-E97C-5A3B-82DB-0F17E35A644C}" dt="2026-05-25T06:02:15.030" v="15" actId="1076"/>
          <ac:spMkLst>
            <pc:docMk/>
            <pc:sldMk cId="1876512308" sldId="257"/>
            <ac:spMk id="18" creationId="{79870DAD-F405-61F4-2EEE-C662F14EBAE6}"/>
          </ac:spMkLst>
        </pc:spChg>
        <pc:spChg chg="add mod">
          <ac:chgData name="Yan, Hongrui" userId="08bcad00-300c-4922-94f4-b780c0ab1a9c" providerId="ADAL" clId="{0BB13EE7-E97C-5A3B-82DB-0F17E35A644C}" dt="2026-05-25T06:02:44.205" v="34" actId="14100"/>
          <ac:spMkLst>
            <pc:docMk/>
            <pc:sldMk cId="1876512308" sldId="257"/>
            <ac:spMk id="22" creationId="{98FB7260-F240-9A62-0645-22F18D8C9A16}"/>
          </ac:spMkLst>
        </pc:spChg>
        <pc:grpChg chg="add mod">
          <ac:chgData name="Yan, Hongrui" userId="08bcad00-300c-4922-94f4-b780c0ab1a9c" providerId="ADAL" clId="{0BB13EE7-E97C-5A3B-82DB-0F17E35A644C}" dt="2026-05-25T06:02:12.263" v="14" actId="1076"/>
          <ac:grpSpMkLst>
            <pc:docMk/>
            <pc:sldMk cId="1876512308" sldId="257"/>
            <ac:grpSpMk id="19" creationId="{9B3DD850-AF3E-ACED-8CB5-B250245BE165}"/>
          </ac:grpSpMkLst>
        </pc:grpChg>
        <pc:cxnChg chg="add mod">
          <ac:chgData name="Yan, Hongrui" userId="08bcad00-300c-4922-94f4-b780c0ab1a9c" providerId="ADAL" clId="{0BB13EE7-E97C-5A3B-82DB-0F17E35A644C}" dt="2026-05-25T06:01:50.681" v="8" actId="14100"/>
          <ac:cxnSpMkLst>
            <pc:docMk/>
            <pc:sldMk cId="1876512308" sldId="257"/>
            <ac:cxnSpMk id="2" creationId="{58B553C9-08F6-283E-A255-AF27A680FC18}"/>
          </ac:cxnSpMkLst>
        </pc:cxnChg>
        <pc:cxnChg chg="add mod">
          <ac:chgData name="Yan, Hongrui" userId="08bcad00-300c-4922-94f4-b780c0ab1a9c" providerId="ADAL" clId="{0BB13EE7-E97C-5A3B-82DB-0F17E35A644C}" dt="2026-05-25T06:01:42.439" v="6" actId="1076"/>
          <ac:cxnSpMkLst>
            <pc:docMk/>
            <pc:sldMk cId="1876512308" sldId="257"/>
            <ac:cxnSpMk id="11" creationId="{CE682A94-E264-F5EF-CF0D-6415DE866E6E}"/>
          </ac:cxnSpMkLst>
        </pc:cxnChg>
        <pc:cxnChg chg="add mod">
          <ac:chgData name="Yan, Hongrui" userId="08bcad00-300c-4922-94f4-b780c0ab1a9c" providerId="ADAL" clId="{0BB13EE7-E97C-5A3B-82DB-0F17E35A644C}" dt="2026-05-25T06:02:25.448" v="18" actId="14100"/>
          <ac:cxnSpMkLst>
            <pc:docMk/>
            <pc:sldMk cId="1876512308" sldId="257"/>
            <ac:cxnSpMk id="20" creationId="{E1A3BB24-EC41-1FF0-04F2-93F5AADFC88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74519-9CEE-EFE5-C50A-C92001F64A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2E77C4-9D4E-5E04-6413-7971EFA94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32D8D1-EE53-4E1C-535D-0E0DFCCE9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88AFCF-B1BA-B785-28F3-5003CD2B2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481B27-F401-FE68-8920-B5D57E26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0576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31E28-CDF6-CA52-9B99-FB8444665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94DFF-BE86-768B-78CC-5298A1568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ED1D0C-6AA8-C8F3-34DA-8B18235C5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5BF73-ACFA-B789-F462-14AF1441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F90AF-E4B9-726C-0E8A-AE4378B01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5553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DC89A-D834-A61C-97D9-4F3A02D81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D41BEA-460F-E4A3-C827-6DBD8325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42EB9-90C6-9AAB-0BF7-4BDD66096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A41954-AF51-C96F-BB6B-BBFFD8CC9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30DAA-5A78-1B07-2AD5-24D664AD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027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8ABF46-4A00-9906-1292-52EBE7EED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30738F-72F3-C94E-1B2E-10CC6B788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983838-C622-FB53-E2CF-D8FF4B376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A9E03C-8BBA-105F-53BB-424F9C3E6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F81C1D-9B6C-BD3D-7994-BB6A109C7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EEA197-0E8C-25B2-B9FD-0E258426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80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8C5673-A1E8-953F-0065-1DEF1915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0AC016-6169-1AB9-8C68-A5FF1FA27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9BC48B-9B5F-064C-8D00-36A755E40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31069F-D2CF-1CC5-1D21-8572123E63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13D07E-D9D1-7934-708E-472C4BC37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11A4B4-E68C-BDAA-D86C-7AFC8698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E51882-BDA1-B541-4BA9-2A53E89A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FA02BE-1E25-BE1E-8D66-3DDFBDAA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190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CED93-03B9-1ECE-E512-110EB37E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A2E996-7DC5-8EC0-94AE-B3A9B4DF6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181521-95A4-DAFA-30EA-57DD6516F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062131-8654-38C4-80EA-1B092796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61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34AFFC-E512-7509-AC6C-EC665150B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AC0FF5-E4BF-10A8-E955-4876CB00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6DFA5A-58E7-6D11-561A-07EC4D7A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878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C4492-BD08-585E-7E23-8670F46CD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EBFAAE-B8B7-1CFF-9066-3578AA517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8762FD-8C49-2987-B594-5CABC23EB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DA5845-8523-2652-1CDD-C72F1887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E9A73D-C7E7-C0BF-E2AE-82CDA2B2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CDD535-7A1C-1B9D-7599-13D12F40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781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948DF-FC20-B63D-F56A-0BF1A62A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3742C8-55D0-C2FF-1766-709EA0626A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E3C41D-4EEC-E045-31B2-94591741C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F4885F-56A8-A81B-60FC-E22D8C8E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1F80D7-A5CC-6892-A3C3-B080055C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0A40D-A44A-384A-D878-46BBEE4E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272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D56C08-2E7D-6422-89EA-0949E920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A33BBA-B156-2EBD-9076-B2ED999FC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343DEA-E100-1E82-087D-71CC5FB2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592115-18CA-FF75-49A4-D70A90092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832EA-C397-4AB0-9EA7-555A32C2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889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2B16B4-24B7-27F4-80D3-816DC715E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8497B4-2330-2D76-94D1-B39A8061C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315524-E2E6-AEEE-FFBF-2EF63AE9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57B7E-46B1-4C80-BFF2-13E91058F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8C4C6E-281C-B193-8386-9D9BED06D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411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B068A6-6737-D5AE-70EB-AE5433C3B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6AEDA8-0958-92A7-8205-2C5603DC4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BC6ACC-423C-DF60-31D6-CBC774A73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50662-0872-4941-87FA-7A8FE75A1DE6}" type="datetimeFigureOut">
              <a:rPr kumimoji="1" lang="zh-CN" altLang="en-US" smtClean="0"/>
              <a:t>2026/5/24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C8BC8-CCBC-0A35-3613-EE0FD3CB2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517B25-72C2-5A8D-1627-AB86A79AF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70370D-4AAD-FC4C-9DD0-BBCEAD9D15E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722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E647E-283F-7B42-2EE4-EDEA69BB58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8724C0-99A1-12AB-7FC3-F3CCA2337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785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364BA30-8978-54BE-43C4-FBB8E149F450}"/>
              </a:ext>
            </a:extLst>
          </p:cNvPr>
          <p:cNvSpPr/>
          <p:nvPr/>
        </p:nvSpPr>
        <p:spPr>
          <a:xfrm>
            <a:off x="3243145" y="1711713"/>
            <a:ext cx="5255942" cy="191800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>
                <a:latin typeface="Calibri" panose="020F0502020204030204" pitchFamily="34" charset="0"/>
                <a:cs typeface="Calibri" panose="020F0502020204030204" pitchFamily="34" charset="0"/>
              </a:rPr>
              <a:t>Cladding</a:t>
            </a:r>
            <a:endParaRPr kumimoji="1" lang="zh-CN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67354D-A3AE-5D49-CB6E-137120DCFF9F}"/>
              </a:ext>
            </a:extLst>
          </p:cNvPr>
          <p:cNvSpPr/>
          <p:nvPr/>
        </p:nvSpPr>
        <p:spPr>
          <a:xfrm>
            <a:off x="4722540" y="2927194"/>
            <a:ext cx="2297152" cy="70252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B535E8-B919-654D-375A-C2C1A8672AE9}"/>
              </a:ext>
            </a:extLst>
          </p:cNvPr>
          <p:cNvSpPr/>
          <p:nvPr/>
        </p:nvSpPr>
        <p:spPr>
          <a:xfrm>
            <a:off x="3243145" y="3579542"/>
            <a:ext cx="5255942" cy="19180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600">
                <a:latin typeface="Calibri" panose="020F0502020204030204" pitchFamily="34" charset="0"/>
                <a:cs typeface="Calibri" panose="020F0502020204030204" pitchFamily="34" charset="0"/>
              </a:rPr>
              <a:t>Substrate</a:t>
            </a:r>
            <a:endParaRPr kumimoji="1" lang="zh-CN" altLang="en-US" sz="3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BEF27045-26BE-B02B-C7EA-DB9B2E19F77B}"/>
              </a:ext>
            </a:extLst>
          </p:cNvPr>
          <p:cNvCxnSpPr/>
          <p:nvPr/>
        </p:nvCxnSpPr>
        <p:spPr>
          <a:xfrm flipV="1">
            <a:off x="4101353" y="3629721"/>
            <a:ext cx="0" cy="186782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1508315-A627-73D9-032F-CE93922AD3F4}"/>
              </a:ext>
            </a:extLst>
          </p:cNvPr>
          <p:cNvSpPr txBox="1"/>
          <p:nvPr/>
        </p:nvSpPr>
        <p:spPr>
          <a:xfrm>
            <a:off x="3496234" y="4397188"/>
            <a:ext cx="806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h1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5EFCC379-41B2-8F4F-29D5-6553F73F910D}"/>
              </a:ext>
            </a:extLst>
          </p:cNvPr>
          <p:cNvCxnSpPr>
            <a:cxnSpLocks/>
          </p:cNvCxnSpPr>
          <p:nvPr/>
        </p:nvCxnSpPr>
        <p:spPr>
          <a:xfrm flipV="1">
            <a:off x="4899211" y="2927194"/>
            <a:ext cx="0" cy="6523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5B2E2CA-A125-9A0B-A4C6-17DD41968D8F}"/>
              </a:ext>
            </a:extLst>
          </p:cNvPr>
          <p:cNvSpPr txBox="1"/>
          <p:nvPr/>
        </p:nvSpPr>
        <p:spPr>
          <a:xfrm>
            <a:off x="4235824" y="3001708"/>
            <a:ext cx="66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h2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FB18CEF-7DB3-E3F9-663B-5242D69D8363}"/>
              </a:ext>
            </a:extLst>
          </p:cNvPr>
          <p:cNvCxnSpPr>
            <a:cxnSpLocks/>
          </p:cNvCxnSpPr>
          <p:nvPr/>
        </p:nvCxnSpPr>
        <p:spPr>
          <a:xfrm flipV="1">
            <a:off x="5047129" y="1711713"/>
            <a:ext cx="0" cy="12154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4F7BD53-8131-D13F-938F-A6ED4F5CB3BF}"/>
              </a:ext>
            </a:extLst>
          </p:cNvPr>
          <p:cNvSpPr txBox="1"/>
          <p:nvPr/>
        </p:nvSpPr>
        <p:spPr>
          <a:xfrm>
            <a:off x="4567517" y="2139355"/>
            <a:ext cx="66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h3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23335476-2E59-4D23-EDB7-32BC75F5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1.0 Ridge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3DD850-AF3E-ACED-8CB5-B250245BE165}"/>
              </a:ext>
            </a:extLst>
          </p:cNvPr>
          <p:cNvGrpSpPr/>
          <p:nvPr/>
        </p:nvGrpSpPr>
        <p:grpSpPr>
          <a:xfrm>
            <a:off x="4722540" y="3647368"/>
            <a:ext cx="2297152" cy="0"/>
            <a:chOff x="4722540" y="3463373"/>
            <a:chExt cx="2297152" cy="0"/>
          </a:xfrm>
        </p:grpSpPr>
        <p:cxnSp>
          <p:nvCxnSpPr>
            <p:cNvPr id="2" name="直线箭头连接符 1">
              <a:extLst>
                <a:ext uri="{FF2B5EF4-FFF2-40B4-BE49-F238E27FC236}">
                  <a16:creationId xmlns:a16="http://schemas.microsoft.com/office/drawing/2014/main" id="{58B553C9-08F6-283E-A255-AF27A680FC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22540" y="3463373"/>
              <a:ext cx="211315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CE682A94-E264-F5EF-CF0D-6415DE866E6E}"/>
                </a:ext>
              </a:extLst>
            </p:cNvPr>
            <p:cNvCxnSpPr>
              <a:cxnSpLocks/>
            </p:cNvCxnSpPr>
            <p:nvPr/>
          </p:nvCxnSpPr>
          <p:spPr>
            <a:xfrm>
              <a:off x="6385930" y="3463373"/>
              <a:ext cx="63376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9870DAD-F405-61F4-2EEE-C662F14EBAE6}"/>
              </a:ext>
            </a:extLst>
          </p:cNvPr>
          <p:cNvSpPr txBox="1"/>
          <p:nvPr/>
        </p:nvSpPr>
        <p:spPr>
          <a:xfrm>
            <a:off x="5627758" y="3579542"/>
            <a:ext cx="663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rw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E1A3BB24-EC41-1FF0-04F2-93F5AADFC88D}"/>
              </a:ext>
            </a:extLst>
          </p:cNvPr>
          <p:cNvCxnSpPr>
            <a:cxnSpLocks/>
          </p:cNvCxnSpPr>
          <p:nvPr/>
        </p:nvCxnSpPr>
        <p:spPr>
          <a:xfrm>
            <a:off x="7022753" y="3278457"/>
            <a:ext cx="147633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8FB7260-F240-9A62-0645-22F18D8C9A16}"/>
              </a:ext>
            </a:extLst>
          </p:cNvPr>
          <p:cNvSpPr txBox="1"/>
          <p:nvPr/>
        </p:nvSpPr>
        <p:spPr>
          <a:xfrm>
            <a:off x="7429225" y="2876532"/>
            <a:ext cx="822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side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51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 Light-Constantia">
      <a:majorFont>
        <a:latin typeface="Calibri Light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</Words>
  <Application>Microsoft Macintosh PowerPoint</Application>
  <PresentationFormat>宽屏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Constantia</vt:lpstr>
      <vt:lpstr>Office 主题​​</vt:lpstr>
      <vt:lpstr>PowerPoint 演示文稿</vt:lpstr>
      <vt:lpstr>1.0 Ridge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Yan, Hongrui</dc:creator>
  <cp:lastModifiedBy>Yan, Hongrui</cp:lastModifiedBy>
  <cp:revision>1</cp:revision>
  <dcterms:created xsi:type="dcterms:W3CDTF">2026-05-25T05:44:34Z</dcterms:created>
  <dcterms:modified xsi:type="dcterms:W3CDTF">2026-05-25T06:02:45Z</dcterms:modified>
</cp:coreProperties>
</file>